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Hirth-approved 2-stroke oil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Hirth 3503 Engine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 RPM: 6500</a:t>
            </a:r>
          </a:p>
          <a:p>
            <a:r>
              <a:t>Max Torque: 15.1 Nm</a:t>
            </a:r>
          </a:p>
          <a:p>
            <a:r>
              <a:t>Cooling: 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Oil change every 25 operating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